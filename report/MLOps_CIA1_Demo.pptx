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MLOps Pipeline: Dry Bean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- UCI Dry Bean: 13,611 samples, 16 shape features, 7 classes</a:t>
            </a:r>
          </a:p>
          <a:p>
            <a:pPr>
              <a:spcAft>
                <a:spcPts val="800"/>
              </a:spcAft>
              <a:defRPr sz="2400"/>
            </a:pPr>
            <a:r>
              <a:t>- Stack: DVC - MLflow - Kubeflow Pipelines - Feast - Vertex AI</a:t>
            </a:r>
          </a:p>
          <a:p>
            <a:pPr>
              <a:spcAft>
                <a:spcPts val="800"/>
              </a:spcAft>
              <a:defRPr sz="2400"/>
            </a:pPr>
            <a:r>
              <a:t>- Name / Reg. No.: 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1. End-to-end lifecycle</a:t>
            </a:r>
          </a:p>
        </p:txBody>
      </p:sp>
      <p:pic>
        <p:nvPicPr>
          <p:cNvPr id="3" name="Picture 2" descr="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35902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- Ingest, preprocess, train, evaluate, deploy, monitor; drift triggers retraining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2. DVC data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data-v1: original, 13,611 x 17, 3.8 MB</a:t>
            </a:r>
          </a:p>
          <a:p>
            <a:pPr>
              <a:spcAft>
                <a:spcPts val="800"/>
              </a:spcAft>
              <a:defRPr sz="2200"/>
            </a:pPr>
            <a:r>
              <a:t>- data-v2: -68 duplicates, outliers clipped, 5 collinear features dropped: 13,543 x 12, 2.75 MB</a:t>
            </a:r>
          </a:p>
          <a:p>
            <a:pPr>
              <a:spcAft>
                <a:spcPts val="800"/>
              </a:spcAft>
              <a:defRPr sz="2200"/>
            </a:pPr>
            <a:r>
              <a:t>- Git holds a tiny .dvc pointer; md5 logged in every MLflow run</a:t>
            </a:r>
          </a:p>
          <a:p>
            <a:pPr>
              <a:spcAft>
                <a:spcPts val="800"/>
              </a:spcAft>
              <a:defRPr sz="2200"/>
            </a:pPr>
            <a:r>
              <a:t>- Demo: git diff data-v1 data-v2; dvc get --rev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3. MLflow experiments (12 runs)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- KNN, SVM, RF x 2 settings x 2 data versions</a:t>
            </a:r>
          </a:p>
          <a:p>
            <a:pPr>
              <a:spcAft>
                <a:spcPts val="800"/>
              </a:spcAft>
              <a:defRPr sz="1600"/>
            </a:pPr>
            <a:r>
              <a:t>- Best: SVM C=10, test acc 0.925, F1 0.925</a:t>
            </a:r>
          </a:p>
          <a:p>
            <a:pPr>
              <a:spcAft>
                <a:spcPts val="800"/>
              </a:spcAft>
              <a:defRPr sz="1600"/>
            </a:pPr>
            <a:r>
              <a:t>- KNN-15 and RF-300: 100% train acc, overfit</a:t>
            </a:r>
          </a:p>
          <a:p>
            <a:pPr>
              <a:spcAft>
                <a:spcPts val="800"/>
              </a:spcAft>
              <a:defRPr sz="1600"/>
            </a:pPr>
            <a:r>
              <a:t>- v2 gain is small: honest result</a:t>
            </a:r>
          </a:p>
          <a:p>
            <a:pPr>
              <a:spcAft>
                <a:spcPts val="800"/>
              </a:spcAft>
              <a:defRPr sz="1600"/>
            </a:pPr>
            <a:r>
              <a:t>- Demo: mlflow ui, compare runs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4. Kubeflow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data_collection, data_validation, train, evaluate, then deploy if accuracy &gt;= 0.90</a:t>
            </a:r>
          </a:p>
          <a:p>
            <a:pPr>
              <a:spcAft>
                <a:spcPts val="800"/>
              </a:spcAft>
              <a:defRPr sz="2200"/>
            </a:pPr>
            <a:r>
              <a:t>- KFP v2 compiled to YAML; run_local.py simulates it</a:t>
            </a:r>
          </a:p>
          <a:p>
            <a:pPr>
              <a:spcAft>
                <a:spcPts val="800"/>
              </a:spcAft>
              <a:defRPr sz="2200"/>
            </a:pPr>
            <a:r>
              <a:t>- Containers = reproducible; parallel pods + caching = scalable; quality gate protects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5a. Feast feature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Features: Area, AspectRation, ShapeFactor1</a:t>
            </a:r>
          </a:p>
          <a:p>
            <a:pPr>
              <a:spcAft>
                <a:spcPts val="800"/>
              </a:spcAft>
              <a:defRPr sz="2200"/>
            </a:pPr>
            <a:r>
              <a:t>- One definition serves training (point-in-time join) and inference (online store)</a:t>
            </a:r>
          </a:p>
          <a:p>
            <a:pPr>
              <a:spcAft>
                <a:spcPts val="800"/>
              </a:spcAft>
              <a:defRPr sz="2200"/>
            </a:pPr>
            <a:r>
              <a:t>- Demo: offline and online values identical, so no training/serving skew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5b. SageMaker vs Vertex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Both: managed pipelines, registry, monitoring, endpoints</a:t>
            </a:r>
          </a:p>
          <a:p>
            <a:pPr>
              <a:spcAft>
                <a:spcPts val="800"/>
              </a:spcAft>
              <a:defRPr sz="2200"/>
            </a:pPr>
            <a:r>
              <a:t>- SageMaker: Autopilot, serverless/async endpoints, best if data is on AWS</a:t>
            </a:r>
          </a:p>
          <a:p>
            <a:pPr>
              <a:spcAft>
                <a:spcPts val="800"/>
              </a:spcAft>
              <a:defRPr sz="2200"/>
            </a:pPr>
            <a:r>
              <a:t>- Vertex AI: AutoML for more modalities, runs KFP YAML natively: our choice</a:t>
            </a:r>
          </a:p>
          <a:p>
            <a:pPr>
              <a:spcAft>
                <a:spcPts val="800"/>
              </a:spcAft>
              <a:defRPr sz="2200"/>
            </a:pPr>
            <a:r>
              <a:t>- Cost: pay per node-hour; undeploy idle endpoints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- Lifecycle automated and versioned: data, code, experiments, features, deployment</a:t>
            </a:r>
          </a:p>
          <a:p>
            <a:pPr>
              <a:spcAft>
                <a:spcPts val="800"/>
              </a:spcAft>
              <a:defRPr sz="2400"/>
            </a:pPr>
            <a:r>
              <a:t>- Next: cross-validation, live Vertex deployment, drift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